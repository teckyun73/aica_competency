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366F1"/>
                </a:solidFill>
                <a:latin typeface="Arial"/>
              </a:defRPr>
            </a:pPr>
            <a:r>
              <a:t>ATEC GROUP INTEGRATED AI EVALUATION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AICA 자격심사 시스템</a:t>
            </a:r>
            <a:br/>
            <a:r>
              <a:t>사용설명서 (Manual)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Malgun Gothic"/>
              </a:defRPr>
            </a:pPr>
            <a:r>
              <a:t>대상: 운영 간사 (Management) &amp; 심사위원 (Reviewers)</a:t>
            </a:r>
            <a:br/>
            <a:r>
              <a:t>최종 개정일: 2026. 07. 21 | 경영혁신실 배포본 (화면 캡처 연동본)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1. AICA 자격심사 시스템 소개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실시간 클라우드 평가 환경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심사 대상자의 레벨(L3/L4)에 따른 맞춤형 채점표 렌더링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현업(3:4:3) 및 기술(4:3:3) 가중합 연산을 통한 최종 점수 산출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동시 접속 평가 진행 상황 및 심사 합격/불합격 여부 실시간 계산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5대 공통 보안성 Red Flag 기능 탑재로 보안 검증 강화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오른쪽 화면: 실제 리액트 기반의 심사 워크스페이스 구조 모형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2. 운영 간사 가이드 (Admin Dashboard)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대시보드 통계 분석 및 상세 필터링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전체 인원, 완료, 평가중, 대기 통계 카드로 진행 상황 실시간 확인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통계 카드를 클릭하면 해당 그룹의 지원자 명단 상세 모달 팝업 오픈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각 위원회별 소속 심사위원들의 심사 여부를 도트로 실시간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피평가자와 동일 계열사 심사위원을 제외하는 '이해상충 방지' 기능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오른쪽 화면: 운영간사용 메인 관리 대시보드 및 평가 큐 상세 화면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3. 심사위원 가이드 (Reviewer Evaluation)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5단계 세로형 루브릭 채점 및 질문은행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본인에게 배정된 과제 큐에서 [심사하기]를 클릭하여 진입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난이도/완성도/자산화(기술/보안/기여)별 5단계 채점 등급 선택:</a:t>
            </a:r>
            <a:br/>
            <a:r>
              <a:t>(탁월 100, 양호 85, 보통 70, 미흡 50, 부족 30)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각 등급별 정성/정량적 세부 텍스트 설명 렌더링으로 객관성 확보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과제 카테고리별 맞춤 질문은행 도우미 탑재 (질문 검색 기능 포함)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오른쪽 화면: 심사위원 점수 입력 및 보안 체크리스트 작업 화면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4. 평가 결과 보고서 및 데이터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인쇄 최적화 보고서 출력 및 서명 동기화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3인 평가 점수가 모두 제출되면 종합 판정 결과가 자동 집계 및 승인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A4 표준 비율 레이아웃 및 브라우저 프린트 내보내기 최적화 지원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하단 서명 명패: 임의의 홍길동 명패를 배정된 심사위원 이름으로 자동 변경 완료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Firebase Cloud DB 연동을 통한 영속적 평가 정보 자동 관리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오른쪽 화면: 서명이 실제 심사위원 성명으로 연동된 결과 보고서 하단부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_1784596287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982" y="1965960"/>
            <a:ext cx="3893714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Malgun Gothic"/>
              </a:defRPr>
            </a:pPr>
            <a:r>
              <a:t>AICA SYSTEM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5. 서버 배포 및 구동 가이드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27432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  <a:latin typeface="Malgun Gothic"/>
              </a:defRPr>
            </a:pPr>
            <a:r>
              <a:t>로컬 구동, Docker 및 Windows IIS 지원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Node.js 무설치 프로덕션 웹 서버(server.js) 실행 (포트 8080)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Docker 빌드: `Dockerfile` 및 `nginx.conf` 구성으로 Nginx 컨테이너 기동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Windows IIS: `web.config.example` 템플릿 제공으로 SPA URL 리라우팅 최적화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Vite 개발 모드 힌트 박스 자동 배제로 프로덕션 소스코드 보안 유지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• 오른쪽 화면: 로컬 개발 서버 동작 및 핫 모듈 리플레이스먼트 모니터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_1784176101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98922"/>
            <a:ext cx="4937760" cy="29745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
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366F1"/>
                </a:solidFill>
                <a:latin typeface="Arial"/>
              </a:defRPr>
            </a:pPr>
            <a:r>
              <a:t>ATEC GROUP INTEGRATED AI EVALUATION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AICA 자격심사 시스템</a:t>
            </a:r>
            <a:br/>
            <a:r>
              <a:t>사용설명서 (Manual)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Malgun Gothic"/>
              </a:defRPr>
            </a:pPr>
            <a:r>
              <a:t>대상: 운영 간사 (Management) &amp; 심사위원 (Reviewers)</a:t>
            </a:r>
            <a:br/>
            <a:r>
              <a:t>최종 개정일: 2026. 07. 21 | 경영혁신실 배포본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1. AICA 자격심사 시스템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3832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실시간 평가 지원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지원자 제출 자료(보고서, 소스코드, 동영상)의 유기적인 확인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현업(3:4:3) 및 기술(4:3:3) 전문 루브릭의 자동 가중합 계산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채점 시 합격/보완후합격/불합격의 최종 합의 상태를 실시간 집계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9659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43F5E"/>
                </a:solidFill>
                <a:latin typeface="Malgun Gothic"/>
              </a:defRPr>
            </a:pPr>
            <a:r>
              <a:t>보안 Red Flag 및 Consensus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기밀 유출, API Key 방치 등 5대 보안 가이드라인 자가진단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보안 요건 미준수 시 화면에 빨간색 Red Flag 알림 노출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위원 간 채점 편차가 15점 이상 시 조율 권장 알림 기능 탑재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828800"/>
            <a:ext cx="33832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Malgun Gothic"/>
              </a:defRPr>
            </a:pPr>
            <a:r>
              <a:t>Cloud &amp; Serverless DB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Firebase Cloud Firestore 연동을 통한 영속적 데이터 보관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로컬 PC 무설치 구동(server.js), Docker 컨테이너 및 Windows IIS 배포 블루프린트 제공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2. 운영 간사 가이드 (Admin Dashboard)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과제 등록 및 심사 패널 배정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화면 우측 상단 [+ 신규 평가과제 등록 &amp; 패널 배정] 클릭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이해상충 방지 시스템: 지원자의 소속 관계사와 동일한 소속의 심사위원을 필터링하고 제외하여 3인 배정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동일 소속 위원을 지정하는 경우 '[이해상충 주의]' 알림 라벨을 표시하여 실수를 예방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Malgun Gothic"/>
              </a:defRPr>
            </a:pPr>
            <a:r>
              <a:t>대시보드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4대 통계 카드: 전체 지원자 수, 평가 완료, 진행중, 대기 건수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상세 모달 조회: 통계 카드를 클릭하면 해당 그룹(예: '평가 대기')의 지원자 상세 정보 및 담당 심사위원의 실시간 진행 현황 팝업 조회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소속 관계사별(에이텍모빌리티, 에이텍씨앤 등) 및 인증 레벨별 정교한 필터링 제공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3. 심사위원 가이드 (Reviewer Workspace)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개인 심사 큐 및 5단계 루브릭 채점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본인의 성명(ID)과 이메일(PW)을 입력하여 시스템 로그인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자신에게 배정된 과제 큐에서 [심사하기] 버튼 선택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기존 3단계에서 확장된 '5단계 루브릭' 채점 지원:</a:t>
            </a:r>
            <a:br/>
            <a:r>
              <a:t>(탁월: 100, 양호: 85, 보통: 70, 미흡: 50, 부족: 30)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세로 스택 행 레이아웃으로 개편하여 루브릭 상세 설명서의 텍스트 가독성 최적화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Malgun Gothic"/>
              </a:defRPr>
            </a:pPr>
            <a:r>
              <a:t>면접 도우미 및 합의 판정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질문은행 (Question Bank): 과제 성격(RAG, 업무자동화 등)에 따라 적절한 면접 질문을 바로 검색하여 질문 구성 보조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Consensus Monitor: 심사위원들 사이의 최종 점수 편차가 15점 이상일 경우 의견 조율 알림 및 합의서 유도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평가 완료 및 제출 클릭 시 실시간 클라우드 DB 연동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4. 평가 결과 보고서 및 데이터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Malgun Gothic"/>
              </a:defRPr>
            </a:pPr>
            <a:r>
              <a:t>자격인증 심사결과 종합판정서 출력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3인의 심사가 모두 완료되면 [보고서 보기] 버튼 활성화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종합 판정 요약: 합격/보완후합격/불합격의 실시간 최종 판정 제공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심사위원별 세부 의견 및 감점 사유서 출력 최적화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서명란 동기화: 임의의 홍길동 서명 명패를 실제 평가를 진행한 3인 심사위원 성명으로 실시간 자동 매핑 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Firebase Firestore 실시간 데이터베이스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이관 완료: 로컬 메모리 저장 방식에서 NoSQL 클라우드 DB 연동으로 개편 완료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데이터 보존: 서버나 브라우저 재부팅 시에도 평가 데이터가 영구 보존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다중 사용자 동시 접속 시 심사 진행율 및 LED 램프 배지가 새로고침 없이 실시간 변화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5. 서버 배포 및 기동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Malgun Gothic"/>
              </a:defRPr>
            </a:pPr>
            <a:r>
              <a:t>로컬 PC 웹 서버 실행 방법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Vite 환경 변수 파일 생성: .env.local을 만들어 Firebase API Key 기입 (누락 시 테스트용 Mock 데이터베이스 자동 작동)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빌드 패키지 생성: `npm run build` 실행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경량 서버 구동: `node server.js` 입력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접속 주소: http://localhost:8080 (내부 IP 사용 시 사내 로컬망 공유 가능)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Vite 개발 모드 힌트 박스는 빌드 시 소스코드에서 자동 배제되어 보안 유지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서버 가상화 및 IIS 웹 서버 배포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Docker 배포:</a:t>
            </a:r>
            <a:br/>
            <a:r>
              <a:t>  Dockerfile 및 nginx.conf 구성을 이용해 초경량 Nginx 컨테이너 제작 구동 (SPA 라우팅 지원)</a:t>
            </a:r>
            <a:br/>
            <a:r>
              <a:t>  `docker build -t aica-app .` 실행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Windows IIS 서버 배포:</a:t>
            </a:r>
            <a:br/>
            <a:r>
              <a:t>  물리적 배포 경로 설정 후 URL Rewrite 설치</a:t>
            </a:r>
            <a:br/>
            <a:r>
              <a:t>  제공된 `web.config.example` 템플릿의 rewrite 규칙을 덮어씌워 404 라우팅 오류 제어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